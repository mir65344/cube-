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Default Extension="gif" ContentType="image/gif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62" r:id="rId4"/>
    <p:sldId id="257" r:id="rId5"/>
    <p:sldId id="258" r:id="rId6"/>
    <p:sldId id="259" r:id="rId7"/>
    <p:sldId id="260" r:id="rId8"/>
  </p:sldIdLst>
  <p:sldSz cx="14630400" cy="8229600"/>
  <p:notesSz cx="8229600" cy="14630400"/>
  <p:embeddedFontLst>
    <p:embeddedFont>
      <p:font typeface="Patrick Hand" charset="0"/>
      <p:regular r:id="rId10"/>
    </p:embeddedFont>
    <p:embeddedFont>
      <p:font typeface="Calibri" pitchFamily="34" charset="0"/>
      <p:regular r:id="rId11"/>
      <p:bold r:id="rId12"/>
      <p:italic r:id="rId13"/>
      <p:boldItalic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21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-446" y="-82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6073" y="771882"/>
            <a:ext cx="7211854" cy="2070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Интерактивный 3D Куб: Новый Уровень Самопознания Онлайн</a:t>
            </a:r>
            <a:endParaRPr lang="en-US" sz="4300" b="1" dirty="0"/>
          </a:p>
        </p:txBody>
      </p:sp>
      <p:sp>
        <p:nvSpPr>
          <p:cNvPr id="4" name="Text 1"/>
          <p:cNvSpPr/>
          <p:nvPr/>
        </p:nvSpPr>
        <p:spPr>
          <a:xfrm>
            <a:off x="966073" y="3256121"/>
            <a:ext cx="7211854" cy="44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Team:SandBox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966073" y="4008120"/>
            <a:ext cx="7211854" cy="44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Корнев Серафим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966073" y="4760119"/>
            <a:ext cx="7211854" cy="44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Мирзобеков Миржалол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966073" y="5512118"/>
            <a:ext cx="7211854" cy="44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Графимберг Константин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966073" y="6264116"/>
            <a:ext cx="7211854" cy="44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Прокофьев Артём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966073" y="7016115"/>
            <a:ext cx="7211854" cy="44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МАОУ СОШ №</a:t>
            </a:r>
            <a:r>
              <a:rPr lang="en-US" sz="215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65</a:t>
            </a:r>
            <a:endParaRPr lang="en-US" sz="2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7334" y="752886"/>
            <a:ext cx="14160415" cy="65556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200" b="1" dirty="0" smtClean="0"/>
              <a:t>Цели проекта</a:t>
            </a:r>
          </a:p>
          <a:p>
            <a:pPr>
              <a:buFont typeface="Arial" pitchFamily="34" charset="0"/>
              <a:buChar char="•"/>
            </a:pPr>
            <a:r>
              <a:rPr lang="ru-RU" sz="4200" dirty="0" smtClean="0"/>
              <a:t> </a:t>
            </a:r>
            <a:r>
              <a:rPr lang="ru-RU" sz="4200" i="1" dirty="0" smtClean="0"/>
              <a:t>Диагностика</a:t>
            </a:r>
            <a:r>
              <a:rPr lang="ru-RU" sz="4200" dirty="0" smtClean="0"/>
              <a:t>: быстро и наглядно определять текущее </a:t>
            </a:r>
          </a:p>
          <a:p>
            <a:r>
              <a:rPr lang="ru-RU" sz="4200" dirty="0"/>
              <a:t>э</a:t>
            </a:r>
            <a:r>
              <a:rPr lang="ru-RU" sz="4200" dirty="0" smtClean="0"/>
              <a:t>моциональное состояние человека</a:t>
            </a:r>
          </a:p>
          <a:p>
            <a:pPr>
              <a:buFont typeface="Arial" pitchFamily="34" charset="0"/>
              <a:buChar char="•"/>
            </a:pPr>
            <a:r>
              <a:rPr lang="ru-RU" sz="4200" dirty="0"/>
              <a:t> </a:t>
            </a:r>
            <a:r>
              <a:rPr lang="ru-RU" sz="4200" i="1" dirty="0" smtClean="0"/>
              <a:t>Просвещение</a:t>
            </a:r>
            <a:r>
              <a:rPr lang="ru-RU" sz="4200" dirty="0" smtClean="0"/>
              <a:t>: Оценить уровень эмоционального </a:t>
            </a:r>
          </a:p>
          <a:p>
            <a:r>
              <a:rPr lang="ru-RU" sz="4200" dirty="0"/>
              <a:t>и</a:t>
            </a:r>
            <a:r>
              <a:rPr lang="ru-RU" sz="4200" dirty="0" smtClean="0"/>
              <a:t>нтеллекта и давать обратную связь</a:t>
            </a:r>
          </a:p>
          <a:p>
            <a:pPr>
              <a:buFont typeface="Arial" pitchFamily="34" charset="0"/>
              <a:buChar char="•"/>
            </a:pPr>
            <a:r>
              <a:rPr lang="ru-RU" sz="4200" dirty="0"/>
              <a:t> </a:t>
            </a:r>
            <a:r>
              <a:rPr lang="ru-RU" sz="4200" i="1" dirty="0" smtClean="0"/>
              <a:t>Вовлечение</a:t>
            </a:r>
            <a:r>
              <a:rPr lang="ru-RU" sz="4200" dirty="0" smtClean="0"/>
              <a:t>: Сделать процесс самоанализа интерактивным</a:t>
            </a:r>
          </a:p>
          <a:p>
            <a:r>
              <a:rPr lang="ru-RU" sz="4200" dirty="0" smtClean="0"/>
              <a:t>и запоминающимся через визуальный образ (куб)</a:t>
            </a:r>
          </a:p>
          <a:p>
            <a:pPr>
              <a:buFont typeface="Arial" pitchFamily="34" charset="0"/>
              <a:buChar char="•"/>
            </a:pPr>
            <a:r>
              <a:rPr lang="ru-RU" sz="4200" i="1" dirty="0"/>
              <a:t> </a:t>
            </a:r>
            <a:r>
              <a:rPr lang="ru-RU" sz="4200" i="1" dirty="0" smtClean="0"/>
              <a:t>Развитие</a:t>
            </a:r>
            <a:r>
              <a:rPr lang="ru-RU" sz="4200" dirty="0" smtClean="0"/>
              <a:t>: Мотивировать пользователей к повышению их</a:t>
            </a:r>
          </a:p>
          <a:p>
            <a:r>
              <a:rPr lang="ru-RU" sz="4200" dirty="0"/>
              <a:t>э</a:t>
            </a:r>
            <a:r>
              <a:rPr lang="ru-RU" sz="4200" dirty="0" smtClean="0"/>
              <a:t>моциональной грамотности </a:t>
            </a:r>
            <a:r>
              <a:rPr lang="ru-RU" sz="4200" dirty="0" smtClean="0"/>
              <a:t>через</a:t>
            </a:r>
            <a:endParaRPr lang="ru-RU" sz="4200" dirty="0" smtClean="0"/>
          </a:p>
          <a:p>
            <a:r>
              <a:rPr lang="ru-RU" sz="4200" dirty="0" smtClean="0"/>
              <a:t>рекомендации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01575" y="7705725"/>
            <a:ext cx="20288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01575" y="7705725"/>
            <a:ext cx="20288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566057" y="-85365"/>
            <a:ext cx="1262995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200" b="1" dirty="0" smtClean="0"/>
              <a:t>Разработка и внешний вид</a:t>
            </a:r>
          </a:p>
          <a:p>
            <a:r>
              <a:rPr lang="ru-RU" sz="4200" b="1" i="1" dirty="0" smtClean="0"/>
              <a:t>Интерфейс</a:t>
            </a:r>
            <a:r>
              <a:rPr lang="ru-RU" sz="4200" b="1" dirty="0" smtClean="0"/>
              <a:t>: </a:t>
            </a:r>
            <a:r>
              <a:rPr lang="en-US" sz="4200" b="1" dirty="0" smtClean="0"/>
              <a:t>CSS </a:t>
            </a:r>
            <a:r>
              <a:rPr lang="ru-RU" sz="4200" b="1" dirty="0" smtClean="0"/>
              <a:t>и </a:t>
            </a:r>
            <a:r>
              <a:rPr lang="en-US" sz="4200" b="1" dirty="0" smtClean="0"/>
              <a:t>HTML</a:t>
            </a:r>
          </a:p>
          <a:p>
            <a:r>
              <a:rPr lang="ru-RU" sz="4200" b="1" i="1" dirty="0" smtClean="0"/>
              <a:t>Функции и техническая часть</a:t>
            </a:r>
            <a:r>
              <a:rPr lang="ru-RU" sz="4200" b="1" dirty="0" smtClean="0"/>
              <a:t>: </a:t>
            </a:r>
            <a:r>
              <a:rPr lang="en-US" sz="4200" b="1" dirty="0" smtClean="0"/>
              <a:t>JS</a:t>
            </a:r>
          </a:p>
          <a:p>
            <a:r>
              <a:rPr lang="ru-RU" sz="4200" b="1" i="1" dirty="0" smtClean="0"/>
              <a:t>Пространство разработки</a:t>
            </a:r>
            <a:r>
              <a:rPr lang="ru-RU" sz="4200" b="1" dirty="0" smtClean="0"/>
              <a:t>: </a:t>
            </a:r>
            <a:r>
              <a:rPr lang="en-US" sz="4200" b="1" dirty="0" smtClean="0"/>
              <a:t>VSC – Visual Studio Code</a:t>
            </a:r>
          </a:p>
          <a:p>
            <a:r>
              <a:rPr lang="en-US" sz="4200" b="1" dirty="0" err="1" smtClean="0"/>
              <a:t>LiveCode</a:t>
            </a:r>
            <a:r>
              <a:rPr lang="en-US" sz="4200" b="1" dirty="0" smtClean="0"/>
              <a:t> </a:t>
            </a:r>
            <a:r>
              <a:rPr lang="ru-RU" sz="4200" b="1" dirty="0" smtClean="0"/>
              <a:t>для запуска локального сайта.</a:t>
            </a:r>
          </a:p>
          <a:p>
            <a:endParaRPr lang="ru-RU" sz="4200" b="1" dirty="0" smtClean="0"/>
          </a:p>
        </p:txBody>
      </p:sp>
      <p:pic>
        <p:nvPicPr>
          <p:cNvPr id="19462" name="Picture 6" descr="C:\Users\student\Downloads\Видео-22-11-2025 07_51_06.gif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57084" y="3884953"/>
            <a:ext cx="7641544" cy="382077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358" y="449699"/>
            <a:ext cx="4051340" cy="483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60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Что такое наш 3D Куб</a:t>
            </a:r>
            <a:r>
              <a:rPr lang="en-US" sz="6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?</a:t>
            </a:r>
            <a:endParaRPr lang="en-US" sz="6000" dirty="0"/>
          </a:p>
        </p:txBody>
      </p:sp>
      <p:sp>
        <p:nvSpPr>
          <p:cNvPr id="5" name="Text 1"/>
          <p:cNvSpPr/>
          <p:nvPr/>
        </p:nvSpPr>
        <p:spPr>
          <a:xfrm>
            <a:off x="795359" y="1656808"/>
            <a:ext cx="334446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48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Инновационный интерфейс</a:t>
            </a:r>
            <a:endParaRPr lang="en-US" sz="4800" b="1" dirty="0"/>
          </a:p>
        </p:txBody>
      </p:sp>
      <p:sp>
        <p:nvSpPr>
          <p:cNvPr id="6" name="Text 2"/>
          <p:cNvSpPr/>
          <p:nvPr/>
        </p:nvSpPr>
        <p:spPr>
          <a:xfrm>
            <a:off x="795358" y="2410691"/>
            <a:ext cx="8348641" cy="1161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3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Погрузитесь в уникальный опыт с </a:t>
            </a:r>
            <a:r>
              <a:rPr lang="en-US" sz="3600" dirty="0">
                <a:solidFill>
                  <a:srgbClr val="00A21F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вращающимся 3D кубом</a:t>
            </a:r>
            <a:r>
              <a:rPr lang="en-US" sz="3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чьи грани оживают под вашим прикосновением, предлагая новый взгляд на интерактивное взаимодействие.</a:t>
            </a:r>
            <a:endParaRPr lang="en-US" sz="3600" dirty="0"/>
          </a:p>
        </p:txBody>
      </p:sp>
      <p:sp>
        <p:nvSpPr>
          <p:cNvPr id="8" name="Text 3"/>
          <p:cNvSpPr/>
          <p:nvPr/>
        </p:nvSpPr>
        <p:spPr>
          <a:xfrm>
            <a:off x="795359" y="4665518"/>
            <a:ext cx="27223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48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Уникальное</a:t>
            </a:r>
            <a:r>
              <a:rPr lang="en-US" sz="32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</a:t>
            </a:r>
            <a:r>
              <a:rPr lang="en-US" sz="48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сочетание</a:t>
            </a:r>
            <a:endParaRPr lang="en-US" sz="4800" b="1" dirty="0"/>
          </a:p>
        </p:txBody>
      </p:sp>
      <p:sp>
        <p:nvSpPr>
          <p:cNvPr id="9" name="Text 4"/>
          <p:cNvSpPr/>
          <p:nvPr/>
        </p:nvSpPr>
        <p:spPr>
          <a:xfrm>
            <a:off x="795359" y="5414946"/>
            <a:ext cx="8203168" cy="1161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3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Мы объединили </a:t>
            </a:r>
            <a:r>
              <a:rPr lang="en-US" sz="3600" dirty="0">
                <a:solidFill>
                  <a:srgbClr val="92D0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развлечение, </a:t>
            </a:r>
            <a:r>
              <a:rPr lang="en-US" sz="3600" dirty="0" smtClean="0">
                <a:solidFill>
                  <a:srgbClr val="92D0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спокойствие и </a:t>
            </a:r>
            <a:r>
              <a:rPr lang="ru-RU" sz="3600" dirty="0" smtClean="0">
                <a:solidFill>
                  <a:srgbClr val="92D0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ваше </a:t>
            </a:r>
            <a:r>
              <a:rPr lang="en-US" sz="3600" dirty="0" err="1" smtClean="0">
                <a:solidFill>
                  <a:srgbClr val="92D0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психологическое</a:t>
            </a:r>
            <a:r>
              <a:rPr lang="en-US" sz="3600" dirty="0" smtClean="0">
                <a:solidFill>
                  <a:srgbClr val="92D0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</a:t>
            </a:r>
            <a:r>
              <a:rPr lang="en-US" sz="3600" dirty="0">
                <a:solidFill>
                  <a:srgbClr val="92D0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тестирование </a:t>
            </a:r>
            <a:r>
              <a:rPr lang="en-US" sz="3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в единой, гармоничной платформе, созданной для вашего благополучия.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7034"/>
            <a:ext cx="10772775" cy="550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3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Два теста в одном кубе: </a:t>
            </a:r>
            <a:r>
              <a:rPr lang="en-US" sz="3600" b="1" i="1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Тест</a:t>
            </a:r>
            <a:r>
              <a:rPr lang="en-US" sz="3600" b="1" i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</a:t>
            </a:r>
            <a:r>
              <a:rPr lang="ru-RU" sz="3600" b="1" i="1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</a:t>
            </a:r>
            <a:r>
              <a:rPr lang="en-US" sz="3600" b="1" i="1" dirty="0" err="1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остояния</a:t>
            </a:r>
            <a:r>
              <a:rPr lang="en-US" sz="3600" b="1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</a:t>
            </a:r>
            <a:r>
              <a:rPr lang="en-US" sz="3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 </a:t>
            </a:r>
            <a:r>
              <a:rPr lang="en-US" sz="3600" b="1" i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Эмоциональный Интеллект</a:t>
            </a:r>
            <a:endParaRPr lang="en-US" sz="3600" b="1" i="1" dirty="0"/>
          </a:p>
        </p:txBody>
      </p:sp>
      <p:sp>
        <p:nvSpPr>
          <p:cNvPr id="3" name="Text 1"/>
          <p:cNvSpPr/>
          <p:nvPr/>
        </p:nvSpPr>
        <p:spPr>
          <a:xfrm>
            <a:off x="883444" y="1151886"/>
            <a:ext cx="3449565" cy="205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40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Короткий тест настроения</a:t>
            </a:r>
            <a:endParaRPr lang="en-US" sz="4000" b="1" dirty="0"/>
          </a:p>
        </p:txBody>
      </p:sp>
      <p:sp>
        <p:nvSpPr>
          <p:cNvPr id="4" name="Text 2"/>
          <p:cNvSpPr/>
          <p:nvPr/>
        </p:nvSpPr>
        <p:spPr>
          <a:xfrm>
            <a:off x="883444" y="1669313"/>
            <a:ext cx="6231612" cy="2030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05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Быстрое и интуитивное определение текущего эмоционального состояния через </a:t>
            </a:r>
            <a:r>
              <a:rPr lang="en-US" sz="32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серию</a:t>
            </a:r>
            <a:r>
              <a:rPr lang="ru-RU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</a:t>
            </a:r>
            <a:r>
              <a:rPr lang="en-US" sz="32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простых</a:t>
            </a: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но глубоких вопросов, отражающих </a:t>
            </a:r>
            <a:r>
              <a:rPr lang="ru-RU" sz="32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</a:t>
            </a:r>
            <a:r>
              <a:rPr lang="en-US" sz="32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ваше </a:t>
            </a: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настроение в данный момент.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927750" y="737753"/>
            <a:ext cx="6961908" cy="931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522964" y="1801535"/>
            <a:ext cx="6231612" cy="134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ru-RU" sz="32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Анализ </a:t>
            </a:r>
            <a:r>
              <a:rPr lang="en-US" sz="3200" dirty="0" err="1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ваших</a:t>
            </a:r>
            <a:r>
              <a:rPr lang="en-US" sz="32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</a:t>
            </a: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навыков </a:t>
            </a:r>
            <a:r>
              <a:rPr lang="en-US" sz="3200" dirty="0">
                <a:solidFill>
                  <a:srgbClr val="92D0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распознавания, понимания и управления собственными и чужими эмоциями</a:t>
            </a: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открывающий путь к улучшению коммуникации и самоконтроля.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658046" y="5220154"/>
            <a:ext cx="6231612" cy="787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32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По завершении вы </a:t>
            </a:r>
            <a:r>
              <a:rPr lang="en-US" sz="3200" b="1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получите</a:t>
            </a:r>
            <a:r>
              <a:rPr lang="en-US" sz="32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</a:t>
            </a:r>
            <a:r>
              <a:rPr lang="en-US" sz="3200" dirty="0" err="1" smtClean="0">
                <a:solidFill>
                  <a:srgbClr val="92D0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рекомендаци</a:t>
            </a:r>
            <a:r>
              <a:rPr lang="ru-RU" sz="3200" dirty="0" smtClean="0">
                <a:solidFill>
                  <a:srgbClr val="92D0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 </a:t>
            </a:r>
            <a:r>
              <a:rPr lang="en-US" sz="3200" dirty="0" err="1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для</a:t>
            </a:r>
            <a:r>
              <a:rPr lang="en-US" sz="3200" dirty="0" smtClean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</a:t>
            </a: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улучшения эмоционального состояния и развития ваших социальных навыков.</a:t>
            </a:r>
            <a:endParaRPr lang="en-US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01575" y="7705725"/>
            <a:ext cx="20288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7315200" y="1003126"/>
            <a:ext cx="6816290" cy="76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ru-RU" sz="3200" b="1" dirty="0" smtClean="0"/>
              <a:t>Тест на эмоциональный </a:t>
            </a:r>
          </a:p>
          <a:p>
            <a:pPr>
              <a:lnSpc>
                <a:spcPts val="1600"/>
              </a:lnSpc>
            </a:pPr>
            <a:endParaRPr lang="ru-RU" sz="3200" b="1" dirty="0" smtClean="0"/>
          </a:p>
          <a:p>
            <a:pPr>
              <a:lnSpc>
                <a:spcPts val="1600"/>
              </a:lnSpc>
            </a:pPr>
            <a:r>
              <a:rPr lang="ru-RU" sz="3200" b="1" dirty="0" smtClean="0"/>
              <a:t>интеллект</a:t>
            </a:r>
            <a:endParaRPr lang="en-US" sz="3200" b="1" dirty="0"/>
          </a:p>
        </p:txBody>
      </p:sp>
      <p:pic>
        <p:nvPicPr>
          <p:cNvPr id="1028" name="Picture 4" descr="https://www.bing.com/th/id/OIP.gWl9_Adm-JzqDK7ApITSdgHaFj?w=243&amp;h=211&amp;c=8&amp;rs=1&amp;qlt=90&amp;o=6&amp;dpr=1.3&amp;pid=3.1&amp;rm=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61426" y="3981194"/>
            <a:ext cx="4197710" cy="365134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85164" y="670619"/>
            <a:ext cx="2835950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4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Почему это работает?</a:t>
            </a:r>
            <a:endParaRPr lang="en-US" sz="4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20255" y="7705725"/>
            <a:ext cx="20288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Прямоугольник 20"/>
          <p:cNvSpPr/>
          <p:nvPr/>
        </p:nvSpPr>
        <p:spPr>
          <a:xfrm>
            <a:off x="5985164" y="1278082"/>
            <a:ext cx="73152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3200" b="1" dirty="0" smtClean="0"/>
              <a:t>Вовлекающая Интерактивность</a:t>
            </a:r>
          </a:p>
          <a:p>
            <a:r>
              <a:rPr lang="ru-RU" sz="2800" dirty="0" smtClean="0"/>
              <a:t>Динамическое взаимодействие с 3D кубом повышает вовлечённость и способствует более точным и искренним ответам, делая процесс тестирования увлекательным.</a:t>
            </a:r>
            <a:endParaRPr lang="ru-RU" sz="2800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5985164" y="3586406"/>
            <a:ext cx="73152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smtClean="0"/>
              <a:t>Визуальная Обратная Связь</a:t>
            </a:r>
          </a:p>
          <a:p>
            <a:r>
              <a:rPr lang="ru-RU" sz="2400" dirty="0" smtClean="0"/>
              <a:t>Мы визуализируем ваши эмоции и настроения, используя интуитивно понятный 3D интерфейс, который помогает лучше осознать свои внутренние процессы.</a:t>
            </a:r>
            <a:endParaRPr lang="ru-RU" sz="2400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5985164" y="5648509"/>
            <a:ext cx="7315200" cy="236988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800" b="1" dirty="0" smtClean="0"/>
              <a:t>Научная Обоснованность</a:t>
            </a:r>
          </a:p>
          <a:p>
            <a:r>
              <a:rPr lang="ru-RU" sz="2400" dirty="0" smtClean="0"/>
              <a:t>Наш подход основан на принципах когнитивной психологии и дизайна, обеспечивая положительное влияние на ваше состояние через продуманный минималистичный интерфейс для точности и эффективности.</a:t>
            </a:r>
            <a:endParaRPr lang="ru-RU" sz="2400" dirty="0"/>
          </a:p>
        </p:txBody>
      </p:sp>
      <p:pic>
        <p:nvPicPr>
          <p:cNvPr id="2052" name="Picture 4" descr="C:\Users\student\Downloads\2025-11-22_12-08-54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19125"/>
            <a:ext cx="5921904" cy="7086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28899" y="740569"/>
            <a:ext cx="7259003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2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Ваш путь к эмоциональному балансу начинается здесь</a:t>
            </a:r>
            <a:endParaRPr lang="en-US" sz="3200" b="1" dirty="0"/>
          </a:p>
        </p:txBody>
      </p:sp>
      <p:sp>
        <p:nvSpPr>
          <p:cNvPr id="4" name="Text 1"/>
          <p:cNvSpPr/>
          <p:nvPr/>
        </p:nvSpPr>
        <p:spPr>
          <a:xfrm>
            <a:off x="6428899" y="1851184"/>
            <a:ext cx="20193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428899" y="2171581"/>
            <a:ext cx="7259003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3"/>
          <p:cNvSpPr/>
          <p:nvPr/>
        </p:nvSpPr>
        <p:spPr>
          <a:xfrm>
            <a:off x="6428899" y="2318266"/>
            <a:ext cx="201977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8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Уникальный</a:t>
            </a:r>
            <a:r>
              <a:rPr lang="en-US" sz="24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Опыт</a:t>
            </a:r>
            <a:endParaRPr lang="en-US" sz="2400" b="1" dirty="0"/>
          </a:p>
        </p:txBody>
      </p:sp>
      <p:sp>
        <p:nvSpPr>
          <p:cNvPr id="7" name="Text 4"/>
          <p:cNvSpPr/>
          <p:nvPr/>
        </p:nvSpPr>
        <p:spPr>
          <a:xfrm>
            <a:off x="6428899" y="2691765"/>
            <a:ext cx="7259003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Откройте для себя новый уровень взаимодействия с собой.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28899" y="3368159"/>
            <a:ext cx="20193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28899" y="3688556"/>
            <a:ext cx="7259003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" name="Text 7"/>
          <p:cNvSpPr/>
          <p:nvPr/>
        </p:nvSpPr>
        <p:spPr>
          <a:xfrm>
            <a:off x="6428899" y="3835241"/>
            <a:ext cx="201977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8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Адаптивный Дизайн</a:t>
            </a:r>
            <a:endParaRPr lang="en-US" sz="2800" b="1" dirty="0"/>
          </a:p>
        </p:txBody>
      </p:sp>
      <p:sp>
        <p:nvSpPr>
          <p:cNvPr id="11" name="Text 8"/>
          <p:cNvSpPr/>
          <p:nvPr/>
        </p:nvSpPr>
        <p:spPr>
          <a:xfrm>
            <a:off x="6428899" y="4208740"/>
            <a:ext cx="7259003" cy="969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Наш интерактивный 3D Куб </a:t>
            </a:r>
            <a:r>
              <a:rPr lang="en-US" sz="2400" dirty="0">
                <a:solidFill>
                  <a:srgbClr val="92D0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легко интегрируется и адаптируется</a:t>
            </a: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к любому устройству, обеспечивая комфортный доступ в любое время и в любом месте.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28899" y="5531168"/>
            <a:ext cx="20193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428899" y="5851565"/>
            <a:ext cx="7259003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" name="Text 11"/>
          <p:cNvSpPr/>
          <p:nvPr/>
        </p:nvSpPr>
        <p:spPr>
          <a:xfrm>
            <a:off x="6428899" y="5998250"/>
            <a:ext cx="235208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8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Улучшение Отношений</a:t>
            </a:r>
            <a:endParaRPr lang="en-US" sz="2800" b="1" dirty="0"/>
          </a:p>
        </p:txBody>
      </p:sp>
      <p:sp>
        <p:nvSpPr>
          <p:cNvPr id="15" name="Text 12"/>
          <p:cNvSpPr/>
          <p:nvPr/>
        </p:nvSpPr>
        <p:spPr>
          <a:xfrm>
            <a:off x="6428899" y="6371749"/>
            <a:ext cx="7259003" cy="969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 помощью Куба вы научитесь </a:t>
            </a:r>
            <a:r>
              <a:rPr lang="en-US" sz="2400" dirty="0">
                <a:solidFill>
                  <a:srgbClr val="92D05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лучше понимать себя и окружающих</a:t>
            </a: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, что приведёт к улучшению коммуникации и повышению качества </a:t>
            </a:r>
            <a:r>
              <a:rPr lang="en-US" sz="24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вашей</a:t>
            </a: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жизни.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01575" y="7705725"/>
            <a:ext cx="20288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 descr="https://www.bing.com/th/id/OIP.FSyWx09JAVvRB0Ymja7baAHaHa?w=199&amp;h=211&amp;c=8&amp;rs=1&amp;qlt=90&amp;o=6&amp;dpr=1.3&amp;pid=3.1&amp;rm=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8984" y="935026"/>
            <a:ext cx="5665162" cy="60164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384</Words>
  <Application>Microsoft Office PowerPoint</Application>
  <PresentationFormat>Произвольный</PresentationFormat>
  <Paragraphs>57</Paragraphs>
  <Slides>7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Patrick Hand</vt:lpstr>
      <vt:lpstr>Calibri</vt:lpstr>
      <vt:lpstr>Patrick Hand Light</vt:lpstr>
      <vt:lpstr>Office Theme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student</dc:creator>
  <cp:lastModifiedBy>student</cp:lastModifiedBy>
  <cp:revision>18</cp:revision>
  <dcterms:created xsi:type="dcterms:W3CDTF">2025-11-22T06:13:33Z</dcterms:created>
  <dcterms:modified xsi:type="dcterms:W3CDTF">2025-11-22T08:58:58Z</dcterms:modified>
</cp:coreProperties>
</file>